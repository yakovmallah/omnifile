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4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138</c:v>
                </c:pt>
                <c:pt idx="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omnifile sample deck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83D"/>
                </a:solidFill>
              </a:rPr>
              <a:t>Rendered in the browser, slide by slide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B3B"/>
                </a:solidFill>
              </a:rPr>
              <a:t>What a slide can hold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Text with bullets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Shapes and colours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Tables and charts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Images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0"/>
            <a:ext cx="4389120" cy="2011680"/>
          </a:xfrm>
          <a:prstGeom prst="roundRect">
            <a:avLst>
              <a:gd name="adj" fmla="val 9091"/>
            </a:avLst>
          </a:prstGeom>
          <a:solidFill>
            <a:srgbClr val="2F4B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4630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rounded shape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38160" y="3931920"/>
            <a:ext cx="1828800" cy="1828800"/>
          </a:xfrm>
          <a:prstGeom prst="ellipse">
            <a:avLst/>
          </a:prstGeom>
          <a:solidFill>
            <a:srgbClr val="FFC83D"/>
          </a:solidFill>
          <a:ln/>
        </p:spPr>
      </p:sp>
      <p:pic>
        <p:nvPicPr>
          <p:cNvPr id="7" name="Image 0" descr="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6240"/>
            <a:ext cx="29260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B3B"/>
                </a:solidFill>
              </a:rPr>
              <a:t>Quarterly numbers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Quarter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Growth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$120,000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$138,000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$151,000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217920" y="13716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2026-10-09T16:45:15Z</dcterms:created>
  <dcterms:modified xsi:type="dcterms:W3CDTF">2026-10-09T16:45:15Z</dcterms:modified>
</cp:coreProperties>
</file>